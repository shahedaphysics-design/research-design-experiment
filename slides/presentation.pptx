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2588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800" b="1">
                <a:solidFill>
                  <a:srgbClr val="1F3752"/>
                </a:solidFill>
              </a:defRPr>
            </a:pPr>
            <a:r>
              <a:t>Predicting Titanic Passenger Survival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88720" y="251460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3465A4"/>
                </a:solidFill>
              </a:defRPr>
            </a:pPr>
            <a:r>
              <a:t>Research Design &amp; Experiment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784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2D2D2D"/>
                </a:solidFill>
              </a:defRPr>
            </a:pPr>
            <a:r>
              <a:t>Research Question: Can passenger characteristics be used to predict Titanic survival?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882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2"/>
                </a:solidFill>
              </a:defRPr>
            </a:pPr>
            <a:r>
              <a:t>1.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465A4"/>
                </a:solidFill>
              </a:defRPr>
            </a:pPr>
            <a:r>
              <a:t>Why predict passenger survival?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Goal: predict whether a Titanic passenger survived using demographic and travel-related characteristics.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Target variable: Survived (0 = did not survive, 1 = survived).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Research question: How effectively can Linear Regression and Logistic Regression predict passenger survival?</a:t>
            </a:r>
          </a:p>
          <a:p>
            <a:pPr>
              <a:spcAft>
                <a:spcPts val="1200"/>
              </a:spcAft>
              <a:defRPr sz="2000">
                <a:solidFill>
                  <a:srgbClr val="2D2D2D"/>
                </a:solidFill>
              </a:defRPr>
            </a:pPr>
            <a:r>
              <a:t>The dataset contains 889 observations and 13 variables.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882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2"/>
                </a:solidFill>
              </a:defRPr>
            </a:pPr>
            <a:r>
              <a:t>2. Dataset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465A4"/>
                </a:solidFill>
              </a:defRPr>
            </a:pPr>
            <a:r>
              <a:t>Data preparation and experimental 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Main features: Pclass, Sex, Age, SibSp, Parch, Fare, and Embarked.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Engineered features: FamilySize = SibSp + Parch + 1; IsAlone indicates whether a passenger travelled alone.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Preprocessing: median imputation and standardization for numerical variables; most-frequent imputation and one-hot encoding for categorical variables.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Train/test split: 80% training (711 rows) and 20% testing (178 rows), using random_state=42 and stratification.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Models: Linear Regression baseline and Logistic Regression classification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882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2"/>
                </a:solidFill>
              </a:defRPr>
            </a:pPr>
            <a:r>
              <a:t>3.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465A4"/>
                </a:solidFill>
              </a:defRPr>
            </a:pPr>
            <a:r>
              <a:t>Model performance on the test set</a:t>
            </a:r>
          </a:p>
        </p:txBody>
      </p:sp>
      <p:pic>
        <p:nvPicPr>
          <p:cNvPr id="4" name="Picture 3" descr="mode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25880"/>
            <a:ext cx="6675120" cy="3705114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635240" y="1417320"/>
          <a:ext cx="384048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8096"/>
                <a:gridCol w="768096"/>
                <a:gridCol w="768096"/>
                <a:gridCol w="768096"/>
                <a:gridCol w="768096"/>
              </a:tblGrid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MSE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R²</a:t>
                      </a:r>
                    </a:p>
                  </a:txBody>
                  <a:tcPr marL="36576" marR="36576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Linear Regression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0.8146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0.2988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0.1426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0.3961</a:t>
                      </a:r>
                    </a:p>
                  </a:txBody>
                  <a:tcPr marL="36576" marR="36576"/>
                </a:tc>
              </a:tr>
              <a:tr h="7162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0.8202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D2D2D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 marL="36576" marR="36576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3886200"/>
            <a:ext cx="36576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1F3752"/>
                </a:solidFill>
              </a:defRPr>
            </a:pPr>
            <a:r>
              <a:t>Key result</a:t>
            </a:r>
          </a:p>
          <a:p>
            <a:pPr>
              <a:defRPr sz="1700">
                <a:solidFill>
                  <a:srgbClr val="2D2D2D"/>
                </a:solidFill>
              </a:defRPr>
            </a:pPr>
            <a:r>
              <a:t>Logistic Regression achieved the higher test accuracy: 82.02%.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84280" y="65882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2"/>
                </a:solidFill>
              </a:defRPr>
            </a:pPr>
            <a:r>
              <a:t>4.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465A4"/>
                </a:solidFill>
              </a:defRPr>
            </a:pPr>
            <a:r>
              <a:t>Logistic Regression classification results</a:t>
            </a:r>
          </a:p>
        </p:txBody>
      </p:sp>
      <p:pic>
        <p:nvPicPr>
          <p:cNvPr id="4" name="Picture 3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5303520" cy="39220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17920" y="1417320"/>
            <a:ext cx="49377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Accuracy: 0.8202 (82.02%)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Precision: 0.8000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Recall: 0.7059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F1-score: 0.7500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Confusion matrix: 98 true negatives, 12 false positives, 20 false negatives, and 48 true positives.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384280" y="65882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3752"/>
                </a:solidFill>
              </a:defRPr>
            </a:pPr>
            <a:r>
              <a:t>5. Takeaway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3465A4"/>
                </a:solidFill>
              </a:defRPr>
            </a:pPr>
            <a:r>
              <a:t>What the experiment tells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Passenger characteristics can be used to predict Titanic survival.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Logistic Regression performed slightly better than Linear Regression for the binary survival target.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Linear Regression provided a useful baseline, but it is not naturally designed for binary classification.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Limitations: the dataset may not represent all passenger populations, and the results should not be generalized without further investigation.</a:t>
            </a:r>
          </a:p>
          <a:p>
            <a:pPr>
              <a:spcAft>
                <a:spcPts val="1200"/>
              </a:spcAft>
              <a:defRPr sz="1700">
                <a:solidFill>
                  <a:srgbClr val="2D2D2D"/>
                </a:solidFill>
              </a:defRPr>
            </a:pPr>
            <a:r>
              <a:t>Future work: compare Random Forest, Gradient Boosting, and SVM; use cross-validation and hyperparameter tuning; explore additional features such as passenger titles.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384280" y="6588252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FFFFF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